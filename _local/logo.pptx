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102E"/>
    <a:srgbClr val="EF33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38"/>
  </p:normalViewPr>
  <p:slideViewPr>
    <p:cSldViewPr snapToGrid="0" showGuides="1">
      <p:cViewPr varScale="1">
        <p:scale>
          <a:sx n="113" d="100"/>
          <a:sy n="113" d="100"/>
        </p:scale>
        <p:origin x="456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B3B307-CCC2-58C6-D644-AFA67801CF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9B1F1B-F9AD-E843-C3A1-69CBCAA185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CF3AC-EE1F-D483-A427-424D7A915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4017B-020D-B64A-936F-3ADBF2D3DD35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695E51-4000-E2C0-33AA-81CEE0E50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C13890-2D70-DAD1-2B16-25EF2AAD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108B2-51EB-E046-860F-201C4CCB0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767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DDE2C-ACE8-814B-C4CB-C220E94F2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D64BE-42A8-A78F-4BD9-3E79EDB192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1CEFC-5F7B-5D7A-A691-2F4D0B759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4017B-020D-B64A-936F-3ADBF2D3DD35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0973EB-C744-1DF8-D0B2-F5774EAA6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92B4A-4DC4-72D3-CC2B-3E6BE3C98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108B2-51EB-E046-860F-201C4CCB0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42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191CDD-7E1B-A438-0660-C6396FC35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543D50-5389-5604-D1BE-80A0A6358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88E38-8DB2-BA67-A790-A8947C155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4017B-020D-B64A-936F-3ADBF2D3DD35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3C6574-4BDD-7597-2508-97F161A8A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8D20D-132A-8057-0E4C-A3D2BBACE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108B2-51EB-E046-860F-201C4CCB0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387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5AAC6-CE7D-A7F0-61A4-E852BBDF2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B158BE-3E02-162E-842C-5FB15B7B35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D85FE8-E53A-8CD0-D195-866047B29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52B168-4C7A-7971-930A-4D312BD84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4017B-020D-B64A-936F-3ADBF2D3DD35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D699E4-B9A0-80D8-44D3-97C051969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7B992-EB7D-4800-903E-33E31351B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108B2-51EB-E046-860F-201C4CCB0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919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D0067-9E42-5F2E-6088-39E014DC20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7D73DC-FDE4-210C-82B6-BB762BE8F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9110EE-F9AA-B084-0F83-D2DF82A11A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77D708-D3B6-9A3B-BF7F-95FDA0485E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8ED325-051D-2A40-9F30-3F95815562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DE0DEB-5E76-ACEF-05E9-4CD87A862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4017B-020D-B64A-936F-3ADBF2D3DD35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7F18C7-55B0-BF9A-C431-AB6B59C20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67FBDF-2A7B-57AE-D5E5-E858CC481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108B2-51EB-E046-860F-201C4CCB0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3575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97C78-AB4A-8D15-760A-2D9DC39D7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C58336-0BFE-53C3-ABD5-2D89D9400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4017B-020D-B64A-936F-3ADBF2D3DD35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F99ED5-4B7C-CFD5-C862-7FAFBC281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51D70A-9AAA-0F1D-8203-3A1D119BF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108B2-51EB-E046-860F-201C4CCB0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131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B401DA-CE41-E74B-8B25-BCC5EAE86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4017B-020D-B64A-936F-3ADBF2D3DD35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479071-254A-F179-65D2-86367FDDC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78DBE-18F0-8FFB-8178-9A0C50F01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108B2-51EB-E046-860F-201C4CCB0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37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4C580-03C7-4198-09C1-9C662CDEF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E405F-019A-E805-8ADD-BECABFDF6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0EA5DA-9D1B-00F2-273A-6EBBD58AA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7D0F6A-BC5D-0B6A-3FF7-E78FD5C65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4017B-020D-B64A-936F-3ADBF2D3DD35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ABFD26-0E1B-2266-B4BB-4FF06F1E4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D667F5-AD6E-14BC-1F3F-5A1A68684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108B2-51EB-E046-860F-201C4CCB0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22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D7FFA-FDF5-77BC-501D-B16E6DDB5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9A3530-CFF0-49EB-E273-D448466374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659582-4E03-6612-DFEE-6F655D036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E3D8EB-1B88-79DA-01F4-A954357F1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4017B-020D-B64A-936F-3ADBF2D3DD35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00BEDF-D622-68DC-C855-935381412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B69534-A4BF-A4EF-E448-0F87DD3AF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108B2-51EB-E046-860F-201C4CCB0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071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2414F-3819-A226-DE35-EB5539CA5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02A538-C719-4EF0-FB7C-ADED8E7B95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C8F21-A891-F39A-AAC9-F3B805520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4017B-020D-B64A-936F-3ADBF2D3DD35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07E36A-4CC4-DC16-B892-8D3907824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2B3E7F-643E-E8E0-8404-DE05EFACF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108B2-51EB-E046-860F-201C4CCB0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571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1A075C-C38B-8C34-58C9-0F7A70A2BE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8C2C69-3AC4-7C94-D4DB-E803434179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5556D7-F60E-DA68-34BA-D843A5F38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4017B-020D-B64A-936F-3ADBF2D3DD35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BA66A-4720-7A03-B2C1-86DEDE0AE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E41E2-03A5-1F3D-DA72-287236A22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0108B2-51EB-E046-860F-201C4CCB0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24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FBF035-41F5-E330-C3A6-2EB92EF04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5446E3-7C65-5C46-A3DD-6669B835E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F98C02-7D12-2B50-5083-44FAB95855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44017B-020D-B64A-936F-3ADBF2D3DD35}" type="datetimeFigureOut">
              <a:rPr lang="en-US" smtClean="0"/>
              <a:t>10/19/25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1087B-45E7-5938-B800-F45C5ED775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F3076-91FD-214A-A3A3-CECF29023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0108B2-51EB-E046-860F-201C4CCB0C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298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5BCBEDC9-080B-52EC-266E-7A5520F6A9A1}"/>
              </a:ext>
            </a:extLst>
          </p:cNvPr>
          <p:cNvGrpSpPr/>
          <p:nvPr/>
        </p:nvGrpSpPr>
        <p:grpSpPr>
          <a:xfrm>
            <a:off x="2816771" y="2246586"/>
            <a:ext cx="5734887" cy="3050628"/>
            <a:chOff x="2816772" y="2246586"/>
            <a:chExt cx="6936828" cy="328185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578A39D6-3D9C-0B31-70AE-017B15157732}"/>
                </a:ext>
              </a:extLst>
            </p:cNvPr>
            <p:cNvSpPr/>
            <p:nvPr/>
          </p:nvSpPr>
          <p:spPr>
            <a:xfrm>
              <a:off x="2816772" y="2246586"/>
              <a:ext cx="6936828" cy="3281856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600" b="1" dirty="0">
                <a:latin typeface="Hiragino Sans GB W6" panose="020B0300000000000000" pitchFamily="34" charset="-128"/>
                <a:ea typeface="Hiragino Sans GB W6" panose="020B0300000000000000" pitchFamily="34" charset="-128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22DAF24-AE88-79F0-17B6-804F1D771582}"/>
                </a:ext>
              </a:extLst>
            </p:cNvPr>
            <p:cNvSpPr txBox="1"/>
            <p:nvPr/>
          </p:nvSpPr>
          <p:spPr>
            <a:xfrm>
              <a:off x="4245373" y="3059366"/>
              <a:ext cx="4897821" cy="20859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6000" b="1" dirty="0" err="1">
                  <a:solidFill>
                    <a:schemeClr val="bg1"/>
                  </a:solidFill>
                  <a:latin typeface="Hiragino Sans GB W6" panose="020B0300000000000000" pitchFamily="34" charset="-128"/>
                  <a:ea typeface="Hiragino Sans GB W6" panose="020B0300000000000000" pitchFamily="34" charset="-128"/>
                </a:rPr>
                <a:t>在墺日本人</a:t>
              </a:r>
              <a:endParaRPr lang="en-US" sz="6000" b="1" dirty="0">
                <a:solidFill>
                  <a:schemeClr val="bg1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endParaRPr>
            </a:p>
            <a:p>
              <a:pPr algn="r"/>
              <a:r>
                <a:rPr lang="en-US" sz="6000" b="1" dirty="0" err="1">
                  <a:solidFill>
                    <a:schemeClr val="bg1"/>
                  </a:solidFill>
                  <a:latin typeface="Hiragino Sans GB W6" panose="020B0300000000000000" pitchFamily="34" charset="-128"/>
                  <a:ea typeface="Hiragino Sans GB W6" panose="020B0300000000000000" pitchFamily="34" charset="-128"/>
                </a:rPr>
                <a:t>研究者会</a:t>
              </a:r>
              <a:endParaRPr lang="en-US" sz="6000" b="1" dirty="0">
                <a:solidFill>
                  <a:schemeClr val="bg1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3088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53118-824B-7972-F072-63FAA253C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EF3FE239-5AC0-49BF-E698-4620243E9958}"/>
              </a:ext>
            </a:extLst>
          </p:cNvPr>
          <p:cNvGrpSpPr/>
          <p:nvPr/>
        </p:nvGrpSpPr>
        <p:grpSpPr>
          <a:xfrm>
            <a:off x="2458885" y="1879074"/>
            <a:ext cx="5904220" cy="3050628"/>
            <a:chOff x="2383880" y="1851218"/>
            <a:chExt cx="7141651" cy="328185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E267765-2BC2-B7DD-DF9C-08651FA41FBA}"/>
                </a:ext>
              </a:extLst>
            </p:cNvPr>
            <p:cNvSpPr/>
            <p:nvPr/>
          </p:nvSpPr>
          <p:spPr>
            <a:xfrm>
              <a:off x="2588703" y="1851218"/>
              <a:ext cx="6936828" cy="3281856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600" b="1" dirty="0">
                <a:latin typeface="Hiragino Sans GB W6" panose="020B0300000000000000" pitchFamily="34" charset="-128"/>
                <a:ea typeface="Hiragino Sans GB W6" panose="020B0300000000000000" pitchFamily="34" charset="-128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7E88724-5793-B6EE-836C-845C102955E5}"/>
                </a:ext>
              </a:extLst>
            </p:cNvPr>
            <p:cNvSpPr txBox="1"/>
            <p:nvPr/>
          </p:nvSpPr>
          <p:spPr>
            <a:xfrm>
              <a:off x="2383880" y="2983525"/>
              <a:ext cx="6936828" cy="16886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4800" b="1" dirty="0" err="1">
                  <a:solidFill>
                    <a:schemeClr val="bg1"/>
                  </a:solidFill>
                  <a:latin typeface="Hiragino Sans GB W6" panose="020B0300000000000000" pitchFamily="34" charset="-128"/>
                  <a:ea typeface="Hiragino Sans GB W6" panose="020B0300000000000000" pitchFamily="34" charset="-128"/>
                </a:rPr>
                <a:t>日本・墺研究者</a:t>
              </a:r>
              <a:endParaRPr lang="en-US" sz="4800" b="1" dirty="0">
                <a:solidFill>
                  <a:schemeClr val="bg1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endParaRPr>
            </a:p>
            <a:p>
              <a:pPr algn="r"/>
              <a:r>
                <a:rPr lang="en-US" sz="4800" b="1" dirty="0" err="1">
                  <a:solidFill>
                    <a:schemeClr val="bg1"/>
                  </a:solidFill>
                  <a:latin typeface="Hiragino Sans GB W6" panose="020B0300000000000000" pitchFamily="34" charset="-128"/>
                  <a:ea typeface="Hiragino Sans GB W6" panose="020B0300000000000000" pitchFamily="34" charset="-128"/>
                </a:rPr>
                <a:t>ネットワーク</a:t>
              </a:r>
              <a:endParaRPr lang="en-US" sz="4800" b="1" dirty="0">
                <a:solidFill>
                  <a:schemeClr val="bg1"/>
                </a:solidFill>
                <a:latin typeface="Hiragino Sans GB W6" panose="020B0300000000000000" pitchFamily="34" charset="-128"/>
                <a:ea typeface="Hiragino Sans GB W6" panose="020B0300000000000000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8544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956CA-EC54-5F5B-C376-2C408F1DB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22E4B1B2-C352-9C14-1661-FA9063AB7854}"/>
              </a:ext>
            </a:extLst>
          </p:cNvPr>
          <p:cNvGrpSpPr/>
          <p:nvPr/>
        </p:nvGrpSpPr>
        <p:grpSpPr>
          <a:xfrm>
            <a:off x="2628219" y="1879074"/>
            <a:ext cx="2880000" cy="2880000"/>
            <a:chOff x="2588703" y="1851218"/>
            <a:chExt cx="3483602" cy="309829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FE3E0637-CE56-C17A-1AAE-EF615774666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588703" y="1851218"/>
              <a:ext cx="3483602" cy="3098295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6600" b="1" dirty="0">
                <a:latin typeface="Hiragino Sans GB W6" panose="020B0300000000000000" pitchFamily="34" charset="-128"/>
                <a:ea typeface="Hiragino Sans GB W6" panose="020B0300000000000000" pitchFamily="34" charset="-128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EA36984-F59D-CD3F-8004-AD9087A6AFAA}"/>
                </a:ext>
              </a:extLst>
            </p:cNvPr>
            <p:cNvSpPr txBox="1"/>
            <p:nvPr/>
          </p:nvSpPr>
          <p:spPr>
            <a:xfrm>
              <a:off x="2932066" y="2158722"/>
              <a:ext cx="2796874" cy="24832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7200" b="1" dirty="0">
                  <a:solidFill>
                    <a:schemeClr val="bg1"/>
                  </a:solidFill>
                  <a:latin typeface="Hiragino Sans GB W6" panose="020B0300000000000000" pitchFamily="34" charset="-128"/>
                  <a:ea typeface="Hiragino Sans GB W6" panose="020B0300000000000000" pitchFamily="34" charset="-128"/>
                </a:rPr>
                <a:t>JAR</a:t>
              </a:r>
            </a:p>
            <a:p>
              <a:pPr algn="ctr"/>
              <a:r>
                <a:rPr lang="en-US" sz="7200" b="1" dirty="0">
                  <a:solidFill>
                    <a:schemeClr val="bg1"/>
                  </a:solidFill>
                  <a:latin typeface="Hiragino Sans GB W6" panose="020B0300000000000000" pitchFamily="34" charset="-128"/>
                  <a:ea typeface="Hiragino Sans GB W6" panose="020B0300000000000000" pitchFamily="34" charset="-128"/>
                </a:rPr>
                <a:t>Net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60058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10</Words>
  <Application>Microsoft Macintosh PowerPoint</Application>
  <PresentationFormat>Widescreen</PresentationFormat>
  <Paragraphs>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Hiragino Sans GB W6</vt:lpstr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 Yamamoto</dc:creator>
  <cp:lastModifiedBy>Jun Yamamoto</cp:lastModifiedBy>
  <cp:revision>3</cp:revision>
  <dcterms:created xsi:type="dcterms:W3CDTF">2025-10-18T20:13:27Z</dcterms:created>
  <dcterms:modified xsi:type="dcterms:W3CDTF">2025-10-18T23:04:56Z</dcterms:modified>
</cp:coreProperties>
</file>